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SOP: ML Model Deployment &amp; Monitoring</a:t>
            </a:r>
          </a:p>
        </p:txBody>
      </p:sp>
      <p:sp>
        <p:nvSpPr>
          <p:cNvPr id="3" name="Subtitle 2"/>
          <p:cNvSpPr>
            <a:spLocks noGrp="1"/>
          </p:cNvSpPr>
          <p:nvPr>
            <p:ph type="subTitle" idx="1"/>
          </p:nvPr>
        </p:nvSpPr>
        <p:spPr/>
        <p:txBody>
          <a:bodyPr/>
          <a:lstStyle/>
          <a:p>
            <a:r>
              <a:t>Generated AI Training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This SOP standardizes the process for deploying, monitoring, and maintaining machine learning models in a production environment. It ensures reliability, scalability, and optimal performance by outlining clear procedures and responsibilities for data scientists, ML engineers, and DevOps teams. The process covers everything from model validation and packaging to infrastructure setup, deployment, continuous monitoring, logging, and retraining.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 1</a:t>
            </a:r>
          </a:p>
        </p:txBody>
      </p:sp>
      <p:sp>
        <p:nvSpPr>
          <p:cNvPr id="3" name="Content Placeholder 2"/>
          <p:cNvSpPr>
            <a:spLocks noGrp="1"/>
          </p:cNvSpPr>
          <p:nvPr>
            <p:ph idx="1"/>
          </p:nvPr>
        </p:nvSpPr>
        <p:spPr/>
        <p:txBody>
          <a:bodyPr/>
          <a:lstStyle/>
          <a:p>
            <a:r>
              <a:t>Model Validation: Ensure the model meets performance benchmarks, validate with unseen test data, and check for bias and fairness issues.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 2</a:t>
            </a:r>
          </a:p>
        </p:txBody>
      </p:sp>
      <p:sp>
        <p:nvSpPr>
          <p:cNvPr id="3" name="Content Placeholder 2"/>
          <p:cNvSpPr>
            <a:spLocks noGrp="1"/>
          </p:cNvSpPr>
          <p:nvPr>
            <p:ph idx="1"/>
          </p:nvPr>
        </p:nvSpPr>
        <p:spPr/>
        <p:txBody>
          <a:bodyPr/>
          <a:lstStyle/>
          <a:p>
            <a:r>
              <a:t>Model Packaging: Serialize the model (e.g., Pickle, ONNX), wrap it in an API (Flask/FastAPI), and create a Docker container for deployment.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 3</a:t>
            </a:r>
          </a:p>
        </p:txBody>
      </p:sp>
      <p:sp>
        <p:nvSpPr>
          <p:cNvPr id="3" name="Content Placeholder 2"/>
          <p:cNvSpPr>
            <a:spLocks noGrp="1"/>
          </p:cNvSpPr>
          <p:nvPr>
            <p:ph idx="1"/>
          </p:nvPr>
        </p:nvSpPr>
        <p:spPr/>
        <p:txBody>
          <a:bodyPr/>
          <a:lstStyle/>
          <a:p>
            <a:r>
              <a:t>Infrastructure Setup: Provision cloud resources (AWS/GCP/Azure), set up a CI/CD pipeline, and configure load balancing and auto-scaling.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 4</a:t>
            </a:r>
          </a:p>
        </p:txBody>
      </p:sp>
      <p:sp>
        <p:nvSpPr>
          <p:cNvPr id="3" name="Content Placeholder 2"/>
          <p:cNvSpPr>
            <a:spLocks noGrp="1"/>
          </p:cNvSpPr>
          <p:nvPr>
            <p:ph idx="1"/>
          </p:nvPr>
        </p:nvSpPr>
        <p:spPr/>
        <p:txBody>
          <a:bodyPr/>
          <a:lstStyle/>
          <a:p>
            <a:r>
              <a:t>Deployment: Deploy the model container to production, expose REST API endpoints, and ensure version control for models.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 5</a:t>
            </a:r>
          </a:p>
        </p:txBody>
      </p:sp>
      <p:sp>
        <p:nvSpPr>
          <p:cNvPr id="3" name="Content Placeholder 2"/>
          <p:cNvSpPr>
            <a:spLocks noGrp="1"/>
          </p:cNvSpPr>
          <p:nvPr>
            <p:ph idx="1"/>
          </p:nvPr>
        </p:nvSpPr>
        <p:spPr/>
        <p:txBody>
          <a:bodyPr/>
          <a:lstStyle/>
          <a:p>
            <a:r>
              <a:t>Monitoring: Track latency, throughput, and error rates; monitor for model drift and data drift; and set alerts for anomalies.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 6</a:t>
            </a:r>
          </a:p>
        </p:txBody>
      </p:sp>
      <p:sp>
        <p:nvSpPr>
          <p:cNvPr id="3" name="Content Placeholder 2"/>
          <p:cNvSpPr>
            <a:spLocks noGrp="1"/>
          </p:cNvSpPr>
          <p:nvPr>
            <p:ph idx="1"/>
          </p:nvPr>
        </p:nvSpPr>
        <p:spPr/>
        <p:txBody>
          <a:bodyPr/>
          <a:lstStyle/>
          <a:p>
            <a:r>
              <a:t>Logging: Log predictions and inputs, maintain audit logs, and store logs securely.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 7</a:t>
            </a:r>
          </a:p>
        </p:txBody>
      </p:sp>
      <p:sp>
        <p:nvSpPr>
          <p:cNvPr id="3" name="Content Placeholder 2"/>
          <p:cNvSpPr>
            <a:spLocks noGrp="1"/>
          </p:cNvSpPr>
          <p:nvPr>
            <p:ph idx="1"/>
          </p:nvPr>
        </p:nvSpPr>
        <p:spPr/>
        <p:txBody>
          <a:bodyPr/>
          <a:lstStyle/>
          <a:p>
            <a:r>
              <a:t>Retraining: Trigger retraining when performance drops, use updated datasets, and safely deploy the new model version.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