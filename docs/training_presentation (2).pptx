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Operating Procedure: Machine Learning Model Deployment &amp;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Level: Advanced | Duration: 75 mins</a:t>
            </a:r>
          </a:p>
          <a:p>
            <a:r>
              <a:t>Generated by AI Training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SOP standardizes the critical process of deploying and monitoring machine learning models in a production environment, ensuring reliability, scalability, and optimal performance. Adherence is vital for data scientists, ML engineers, and DevOps teams to maintain model integrity and deliver business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Preparation &amp; Required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🔧 Python</a:t>
            </a:r>
          </a:p>
          <a:p>
            <a:pPr/>
            <a:r>
              <a:t>🔧 FastAPI</a:t>
            </a:r>
          </a:p>
          <a:p>
            <a:pPr/>
            <a:r>
              <a:t>🔧 Docker</a:t>
            </a:r>
          </a:p>
          <a:p>
            <a:pPr/>
            <a:r>
              <a:t>🔧 AWS/GCP/Azure</a:t>
            </a:r>
          </a:p>
          <a:p>
            <a:pPr/>
            <a:r>
              <a:t>🔧 Prometheus</a:t>
            </a:r>
          </a:p>
          <a:p>
            <a:pPr/>
            <a:r>
              <a:t>🔧 Grafana</a:t>
            </a:r>
          </a:p>
          <a:p>
            <a:pPr/>
            <a:r>
              <a:t>🔧 MLflow</a:t>
            </a:r>
          </a:p>
          <a:p>
            <a:pPr/>
            <a:r>
              <a:t>🔧 Kubeflow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Model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Ensure model meets performance benchmarks (accuracy, F1-score, etc.)</a:t>
            </a:r>
          </a:p>
          <a:p>
            <a:pPr/>
            <a:r>
              <a:t>Validate using unseen test data</a:t>
            </a:r>
          </a:p>
          <a:p>
            <a:pPr/>
            <a:r>
              <a:t>Check for bias and fairness issues</a:t>
            </a:r>
          </a:p>
          <a:p>
            <a:pPr lvl="1"/>
            <a:r>
              <a:t>⚠️ CRITICAL WARNING: Failing to thoroughly validate with unseen data can lead to models underperforming in production due to overfitting or inadequate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Model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Serialize model using formats like Pickle or ONNX</a:t>
            </a:r>
          </a:p>
          <a:p>
            <a:pPr/>
            <a:r>
              <a:t>Wrap model in API (Flask/FastAPI)</a:t>
            </a:r>
          </a:p>
          <a:p>
            <a:pPr/>
            <a:r>
              <a:t>Create Docker container for deployment</a:t>
            </a:r>
          </a:p>
          <a:p>
            <a:pPr lvl="1"/>
            <a:r>
              <a:t>⚠️ CRITICAL WARNING: Incorrect serialization or API wrapping can lead to deployment failures, hinder model inference, or introduce security vulnerabilities.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Infrastructure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Provision cloud resources (AWS/GCP/Azure)</a:t>
            </a:r>
          </a:p>
          <a:p>
            <a:pPr/>
            <a:r>
              <a:t>Set up CI/CD pipeline</a:t>
            </a:r>
          </a:p>
          <a:p>
            <a:pPr/>
            <a:r>
              <a:t>Configure load balancing and auto-scaling</a:t>
            </a:r>
          </a:p>
          <a:p>
            <a:pPr lvl="1"/>
            <a:r>
              <a:t>⚠️ CRITICAL WARNING: Inadequate infrastructure provisioning or a broken CI/CD pipeline can cause significant deployment delays, system instability, and performance bottlenecks.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Deploy model container to production</a:t>
            </a:r>
          </a:p>
          <a:p>
            <a:pPr/>
            <a:r>
              <a:t>Expose REST API endpoints</a:t>
            </a:r>
          </a:p>
          <a:p>
            <a:pPr/>
            <a:r>
              <a:t>Ensure version control for models</a:t>
            </a:r>
          </a:p>
          <a:p>
            <a:pPr lvl="1"/>
            <a:r>
              <a:t>⚠️ CRITICAL WARNING: Deploying a new model without proper version control can lead to irreversible issues, making rollbacks difficult and obscuring historical model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Track latency, throughput, and error rates</a:t>
            </a:r>
          </a:p>
          <a:p>
            <a:pPr/>
            <a:r>
              <a:t>Monitor model drift and data drift</a:t>
            </a:r>
          </a:p>
          <a:p>
            <a:pPr/>
            <a:r>
              <a:t>Set alerts for anomalies</a:t>
            </a:r>
          </a:p>
          <a:p>
            <a:pPr lvl="1"/>
            <a:r>
              <a:t>⚠️ CRITICAL WARNING: Neglecting continuous monitoring can result in undetected performance degradation, model drift, and security breaches, leading to inaccurate predictions and operational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Log predictions and inputs</a:t>
            </a:r>
          </a:p>
          <a:p>
            <a:pPr/>
            <a:r>
              <a:t>Maintain audit logs</a:t>
            </a:r>
          </a:p>
          <a:p>
            <a:pPr/>
            <a:r>
              <a:t>Store logs securely</a:t>
            </a:r>
          </a:p>
          <a:p>
            <a:pPr lvl="1"/>
            <a:r>
              <a:t>⚠️ CRITICAL WARNING: Insufficient or unsecured logging makes debugging, auditing, compliance checks, and root cause analysis extremely difficult for production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Retraining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Trigger retraining on performance drop</a:t>
            </a:r>
          </a:p>
          <a:p>
            <a:pPr/>
            <a:r>
              <a:t>Use updated datasets</a:t>
            </a:r>
          </a:p>
          <a:p>
            <a:pPr/>
            <a:r>
              <a:t>Deploy new model version safely</a:t>
            </a:r>
          </a:p>
          <a:p>
            <a:pPr lvl="1"/>
            <a:r>
              <a:t>⚠️ CRITICAL WARNING: Ignoring signs of performance degradation and delaying necessary retraining will cause the model's predictive power to diminish, eroding its business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 Scenario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deployed fraud detection model suddenly shows a significant drop in its F1-score and is missing more fraudulent transactions than before. Monitoring tools indicate the input data distribution has subtly shifted over the past few weeks.</a:t>
            </a:r>
          </a:p>
          <a:p>
            <a:pPr lvl="1"/>
            <a:r>
              <a:t>Question: What is the most appropriate immediate action based on the monitoring phase of the SOP?</a:t>
            </a:r>
          </a:p>
          <a:p>
            <a:pPr lvl="2"/>
            <a:r>
              <a:t>• A. Immediately roll back to the previous model version.</a:t>
            </a:r>
          </a:p>
          <a:p>
            <a:pPr lvl="2"/>
            <a:r>
              <a:t>• B. Begin preparing a new model version for retraining with updated data.</a:t>
            </a:r>
          </a:p>
          <a:p>
            <a:pPr lvl="2"/>
            <a:r>
              <a:t>• C. Adjust the model's threshold parameters manually.</a:t>
            </a:r>
          </a:p>
          <a:p>
            <a:pPr lvl="2"/>
            <a:r>
              <a:t>• D. Investigate the underlying cause of the data drift and notify the data science team.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During a routine model update, the CI/CD pipeline consistently fails at the 'Deploy model container to production' step, citing a 'resource unavailable' error. The previous model is still serving traffic without issue.</a:t>
            </a:r>
          </a:p>
          <a:p>
            <a:pPr lvl="1"/>
            <a:r>
              <a:t>Question: What is the primary responsibility of the DevOps Engineer in this situation, according to the SOP?</a:t>
            </a:r>
          </a:p>
          <a:p>
            <a:pPr lvl="2"/>
            <a:r>
              <a:t>• A. Re-run the CI/CD pipeline several times until it passes.</a:t>
            </a:r>
          </a:p>
          <a:p>
            <a:pPr lvl="2"/>
            <a:r>
              <a:t>• B. Investigate the infrastructure setup for resource availability and configuration issues.</a:t>
            </a:r>
          </a:p>
          <a:p>
            <a:pPr lvl="2"/>
            <a:r>
              <a:t>• C. Ask the ML Engineer to repackage the model.</a:t>
            </a:r>
          </a:p>
          <a:p>
            <a:pPr lvl="2"/>
            <a:r>
              <a:t>• D. Notify the Data Scientist to check the model's performance benchmarks.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data scientist has developed a new recommendation model showing 95% accuracy on their training dataset. They are eager to deploy but have only tested it minimally on a small, internal test set that closely resembles the training data.</a:t>
            </a:r>
          </a:p>
          <a:p>
            <a:pPr lvl="1"/>
            <a:r>
              <a:t>Question: What critical step from the SOP's Model Validation phase is being overlooked, potentially leading to significant issues in production?</a:t>
            </a:r>
          </a:p>
          <a:p>
            <a:pPr lvl="2"/>
            <a:r>
              <a:t>• A. Checking for bias and fairness issues.</a:t>
            </a:r>
          </a:p>
          <a:p>
            <a:pPr lvl="2"/>
            <a:r>
              <a:t>• B. Ensuring model meets performance benchmarks.</a:t>
            </a:r>
          </a:p>
          <a:p>
            <a:pPr lvl="2"/>
            <a:r>
              <a:t>• C. Validating using unseen test data.</a:t>
            </a:r>
          </a:p>
          <a:p>
            <a:pPr lvl="2"/>
            <a:r>
              <a:t>• D. Serializing the model for packaging.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