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Standard Operating Procedure: Production Machine Learning Model Deployment &amp; Lifecycle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Level: Advanced | Est. Time: 75 mins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SOP standardizes the end-to-end process for deploying, monitoring, and maintaining machine learning models in production environments. Adherence ensures model reliability, scalability, and sustained performance, critical for business operations relying on predictive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1: Model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Ensure model meets performance benchmarks (accuracy, F1-score, etc.)</a:t>
            </a:r>
          </a:p>
          <a:p>
            <a:pPr/>
            <a:r>
              <a:t>Validate using unseen test data</a:t>
            </a:r>
          </a:p>
          <a:p>
            <a:pPr/>
            <a:r>
              <a:t>Check for bias and fairness issues</a:t>
            </a:r>
          </a:p>
          <a:p>
            <a:pPr lvl="1"/>
            <a:r>
              <a:t>WARNING: Failing to validate with truly unseen, representative data can lead to models that perform poorly in real-world scenarios due to overfitting or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2: Model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Serialize model using formats like Pickle or ONNX</a:t>
            </a:r>
          </a:p>
          <a:p>
            <a:pPr/>
            <a:r>
              <a:t>Wrap model in API (Flask/FastAPI)</a:t>
            </a:r>
          </a:p>
          <a:p>
            <a:pPr/>
            <a:r>
              <a:t>Create Docker container for deployment</a:t>
            </a:r>
          </a:p>
          <a:p>
            <a:pPr lvl="1"/>
            <a:r>
              <a:t>WARNING: Inconsistent environments between model packaging and the deployment target can result in runtime errors or unexpected model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3: Infrastructure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Provision cloud resources (AWS/GCP/Azure)</a:t>
            </a:r>
          </a:p>
          <a:p>
            <a:pPr/>
            <a:r>
              <a:t>Set up CI/CD pipeline</a:t>
            </a:r>
          </a:p>
          <a:p>
            <a:pPr/>
            <a:r>
              <a:t>Configure load balancing and auto-scaling</a:t>
            </a:r>
          </a:p>
          <a:p>
            <a:pPr lvl="1"/>
            <a:r>
              <a:t>WARNING: Insufficient resource provisioning or improper auto-scaling configuration can lead to performance bottlenecks and service downtime under varying 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4: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Deploy model container to production</a:t>
            </a:r>
          </a:p>
          <a:p>
            <a:pPr/>
            <a:r>
              <a:t>Expose REST API endpoints</a:t>
            </a:r>
          </a:p>
          <a:p>
            <a:pPr/>
            <a:r>
              <a:t>Ensure version control for models</a:t>
            </a:r>
          </a:p>
          <a:p>
            <a:pPr lvl="1"/>
            <a:r>
              <a:t>WARNING: Deploying without robust version control for models makes rollbacks difficult and can introduce inconsistencies or break existing integrations.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5: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Track latency, throughput, and error rates</a:t>
            </a:r>
          </a:p>
          <a:p>
            <a:pPr/>
            <a:r>
              <a:t>Monitor model drift and data drift</a:t>
            </a:r>
          </a:p>
          <a:p>
            <a:pPr/>
            <a:r>
              <a:t>Set alerts for anomalies</a:t>
            </a:r>
          </a:p>
          <a:p>
            <a:pPr lvl="1"/>
            <a:r>
              <a:t>WARNING: Lack of comprehensive monitoring can prevent early detection of performance degradation, model drift, or system failures, impacting operational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6: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Log predictions and inputs</a:t>
            </a:r>
          </a:p>
          <a:p>
            <a:pPr/>
            <a:r>
              <a:t>Maintain audit logs</a:t>
            </a:r>
          </a:p>
          <a:p>
            <a:pPr/>
            <a:r>
              <a:t>Store logs securely</a:t>
            </a:r>
          </a:p>
          <a:p>
            <a:pPr lvl="1"/>
            <a:r>
              <a:t>WARNING: Inadequate logging hinders debugging efforts, prevents thorough audits, and can pose significant security and compliance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Phase: Phase 7: Retraining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Trigger retraining on performance drop</a:t>
            </a:r>
          </a:p>
          <a:p>
            <a:pPr/>
            <a:r>
              <a:t>Use updated datasets</a:t>
            </a:r>
          </a:p>
          <a:p>
            <a:pPr/>
            <a:r>
              <a:t>Deploy new model version safely</a:t>
            </a:r>
          </a:p>
          <a:p>
            <a:pPr lvl="1"/>
            <a:r>
              <a:t>WARNING: Retraining with unvalidated or biased new data can introduce new issues into the model, potentially worsening performance or fairness.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